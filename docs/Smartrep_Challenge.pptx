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____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l-G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Containment %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3F-4B4B-AC89-6C70427895B2}"/>
              </c:ext>
            </c:extLst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3F-4B4B-AC89-6C70427895B2}"/>
              </c:ext>
            </c:extLst>
          </c:dPt>
          <c:dPt>
            <c:idx val="2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3F-4B4B-AC89-6C70427895B2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3F-4B4B-AC89-6C70427895B2}"/>
              </c:ext>
            </c:extLst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3F-4B4B-AC89-6C70427895B2}"/>
              </c:ext>
            </c:extLst>
          </c:dPt>
          <c:dPt>
            <c:idx val="5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63F-4B4B-AC89-6C70427895B2}"/>
              </c:ext>
            </c:extLst>
          </c:dPt>
          <c:dPt>
            <c:idx val="6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63F-4B4B-AC89-6C70427895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l-G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Balance Inquiry</c:v>
                </c:pt>
                <c:pt idx="1">
                  <c:v>Card Block</c:v>
                </c:pt>
                <c:pt idx="2">
                  <c:v>Loan Info</c:v>
                </c:pt>
                <c:pt idx="3">
                  <c:v>Branch Hours</c:v>
                </c:pt>
                <c:pt idx="4">
                  <c:v>Transfer Help</c:v>
                </c:pt>
                <c:pt idx="5">
                  <c:v>Password Reset</c:v>
                </c:pt>
                <c:pt idx="6">
                  <c:v>Account Status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91</c:v>
                </c:pt>
                <c:pt idx="1">
                  <c:v>84</c:v>
                </c:pt>
                <c:pt idx="2">
                  <c:v>76</c:v>
                </c:pt>
                <c:pt idx="3">
                  <c:v>94</c:v>
                </c:pt>
                <c:pt idx="4">
                  <c:v>68</c:v>
                </c:pt>
                <c:pt idx="5">
                  <c:v>88</c:v>
                </c:pt>
                <c:pt idx="6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63F-4B4B-AC89-6C70427895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4B5F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3B076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4B5F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155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15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0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ChatGPT_Image_12_Μαι___2026__11_44_35_μ_μ_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turns natural-language questions into dashboard components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4008" cy="13716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a pie chart of Greek vs English users."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Working pie chart.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4114800" cy="137160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64008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5010912" y="1508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the bot doing this week?"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10912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Multi-metric overview. No SQL required.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question a real ops or product person might ask: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B0764"/>
          </a:solidFill>
          <a:ln w="63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33832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B0764"/>
          </a:solidFill>
          <a:ln w="63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228600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33832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B0764"/>
          </a:solidFill>
          <a:ln w="63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Text 17"/>
          <p:cNvSpPr/>
          <p:nvPr/>
        </p:nvSpPr>
        <p:spPr>
          <a:xfrm>
            <a:off x="411480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8862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B0764"/>
          </a:solidFill>
          <a:ln w="63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hunts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8862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B0764"/>
          </a:solidFill>
          <a:ln w="63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3" name="Text 21"/>
          <p:cNvSpPr/>
          <p:nvPr/>
        </p:nvSpPr>
        <p:spPr>
          <a:xfrm>
            <a:off x="3200400" y="3886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checks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50700" y="4526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 or Greek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You're Given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" cy="1691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530352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conversations.duckdb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508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synthetic dataset — ~10,000 banking voicebot conversations. Flat SQL-ready views, pre-built for every team.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3364992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conversations.jsonl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64992" y="1508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dataset as raw nested JSON. Great for exploratory processing or custom parsing pipelines.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64008" cy="1691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6199632" y="1097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data/schema.md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99632" y="1508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dictionary. The single most important reference document for understanding the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530352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data/metrics_dictionary.md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definitions for containment rate, CSAT, AHT, and all other KPIs. All teams compute the same metrics.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64008" cy="16916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3364992" y="3017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worked example you can crib from or ignore entirely. Optional but useful for a fast start.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3B076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24" name="Text 22"/>
          <p:cNvSpPr/>
          <p:nvPr/>
        </p:nvSpPr>
        <p:spPr>
          <a:xfrm>
            <a:off x="457200" y="4453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Every team works from the exact same pre-built dataset. Do not regenerate or modify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Query to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566160" cy="260604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566160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572768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6B21A8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containment rate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intent type this week”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578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3566160" cy="475488"/>
          </a:xfrm>
          <a:prstGeom prst="rect">
            <a:avLst/>
          </a:prstGeom>
          <a:solidFill>
            <a:srgbClr val="3B0764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NR2Dashboard → interprets query → generates SQL → renders chart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206240" cy="370332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2062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4828032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Rate by Intent — Last 7 Days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681728" y="1792224"/>
          <a:ext cx="4160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= above 85% threshold   •   Orange = needs attention   •   Threshold: 85%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takes a natural-language question and produces dashboard components. The form is entirely up to you.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777240"/>
          </a:xfrm>
          <a:prstGeom prst="rect">
            <a:avLst/>
          </a:prstGeom>
          <a:solidFill>
            <a:srgbClr val="26155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4008" cy="777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21792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777240"/>
          </a:xfrm>
          <a:prstGeom prst="rect">
            <a:avLst/>
          </a:prstGeom>
          <a:solidFill>
            <a:srgbClr val="26155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64008" cy="777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3456432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Notebook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777240"/>
          </a:xfrm>
          <a:prstGeom prst="rect">
            <a:avLst/>
          </a:prstGeom>
          <a:solidFill>
            <a:srgbClr val="26155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64008" cy="7772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6291072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2606040" cy="777240"/>
          </a:xfrm>
          <a:prstGeom prst="rect">
            <a:avLst/>
          </a:prstGeom>
          <a:solidFill>
            <a:srgbClr val="26155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621792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560320"/>
            <a:ext cx="2606040" cy="777240"/>
          </a:xfrm>
          <a:prstGeom prst="rect">
            <a:avLst/>
          </a:prstGeom>
          <a:solidFill>
            <a:srgbClr val="26155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7" name="Shape 15"/>
          <p:cNvSpPr/>
          <p:nvPr/>
        </p:nvSpPr>
        <p:spPr>
          <a:xfrm>
            <a:off x="3291840" y="256032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8" name="Text 16"/>
          <p:cNvSpPr/>
          <p:nvPr/>
        </p:nvSpPr>
        <p:spPr>
          <a:xfrm>
            <a:off x="3456432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2606040" cy="777240"/>
          </a:xfrm>
          <a:prstGeom prst="rect">
            <a:avLst/>
          </a:prstGeom>
          <a:solidFill>
            <a:srgbClr val="261550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0" name="Shape 18"/>
          <p:cNvSpPr/>
          <p:nvPr/>
        </p:nvSpPr>
        <p:spPr>
          <a:xfrm>
            <a:off x="6126480" y="256032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6291072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23" name="Text 21"/>
          <p:cNvSpPr/>
          <p:nvPr/>
        </p:nvSpPr>
        <p:spPr>
          <a:xfrm>
            <a:off x="594360" y="36576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UI is strongly recommended — something that lets a judge type a query and see results in real time wins.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Possible Architectures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" cy="1600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chooses from create_pie_chart, create_bar_chart, etc.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Reliable · Easy to validate · Easy to extend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4873752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Generation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1481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emits Vega-Lite or a similar declarative spec.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Flexible · Type-safe · Renders cleanly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64008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5" name="Text 13"/>
          <p:cNvSpPr/>
          <p:nvPr/>
        </p:nvSpPr>
        <p:spPr>
          <a:xfrm>
            <a:off x="530352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Chart Inference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352" y="3310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emits SQL against DuckDB plus a chart type.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Pairs naturally with the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0690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64008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0" name="Text 18"/>
          <p:cNvSpPr/>
          <p:nvPr/>
        </p:nvSpPr>
        <p:spPr>
          <a:xfrm>
            <a:off x="4873752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73752" y="3310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emits React/Recharts code, sandbox-rendered.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Maximum flexibility · Biggest blast radius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one your team can ship.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137160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voicebot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06040" cy="137160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conversations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06040" cy="1371600"/>
          </a:xfrm>
          <a:prstGeom prst="rect">
            <a:avLst/>
          </a:prstGeom>
          <a:solidFill>
            <a:srgbClr val="26155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1645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&amp; English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 + flat DuckDB views — pick your preferred access pattern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19" name="Text 17"/>
          <p:cNvSpPr/>
          <p:nvPr/>
        </p:nvSpPr>
        <p:spPr>
          <a:xfrm>
            <a:off x="685800" y="33375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Containment Rate, CSAT, AHT (Average Handle Time) &amp; more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enough for distributions, trends, anomaly detection, and rankings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23" name="Text 21"/>
          <p:cNvSpPr/>
          <p:nvPr/>
        </p:nvSpPr>
        <p:spPr>
          <a:xfrm>
            <a:off x="68580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for the event — consistent data for every competing team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&amp;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14532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the dataset as-is — no regeneration, no outside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Respect metric definitions from metrics_dictionary.md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682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code under a permissive license (MIT / Apache / BSD)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437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Pretrained &amp; API-served LLMs are allowed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319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Pre-trained NL-to-SQL adapters are allowed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Hard-coded lookup tables ("if query contains X → return Y")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65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or regenerating the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514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Bringing in external data sources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1E103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</a:t>
            </a:r>
            <a:r>
              <a:rPr lang="en-US" sz="11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100" dirty="0" err="1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SmartRepOrg</a:t>
            </a:r>
            <a:r>
              <a:rPr lang="en-US" sz="11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/makeathon-NR2Dashboard  &amp;&amp;  cd makeathon-NR2Dashboard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6B21A8">
              <a:alpha val="20000"/>
            </a:srgbClr>
          </a:solidFill>
          <a:ln w="12700">
            <a:solidFill>
              <a:srgbClr val="6B21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EA580C">
              <a:alpha val="20000"/>
            </a:srgbClr>
          </a:solidFill>
          <a:ln w="12700">
            <a:solidFill>
              <a:srgbClr val="EA580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l-G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 Luck.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you'd actually want to use Monday morning.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3200400"/>
            <a:ext cx="1371600" cy="1371600"/>
          </a:xfrm>
          <a:prstGeom prst="ellipse">
            <a:avLst/>
          </a:prstGeom>
          <a:solidFill>
            <a:srgbClr val="6B21A8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3200400"/>
            <a:ext cx="1371600" cy="1371600"/>
          </a:xfrm>
          <a:prstGeom prst="ellipse">
            <a:avLst/>
          </a:prstGeom>
          <a:solidFill>
            <a:srgbClr val="EA580C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411480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1371600" cy="1371600"/>
          </a:xfrm>
          <a:prstGeom prst="ellipse">
            <a:avLst/>
          </a:prstGeom>
          <a:solidFill>
            <a:srgbClr val="6B21A8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l-GR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github.com/SmartRepOrg/makeathon-NR2Dashboard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611</Words>
  <Application>Microsoft Macintosh PowerPoint</Application>
  <PresentationFormat>Προβολή στην οθόνη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NR2Dashboard Makeathon Challenge</dc:title>
  <dc:subject>PptxGenJS Presentation</dc:subject>
  <dc:creator>PptxGenJS</dc:creator>
  <cp:lastModifiedBy>Damianos Zoumpos</cp:lastModifiedBy>
  <cp:revision>3</cp:revision>
  <dcterms:created xsi:type="dcterms:W3CDTF">2026-05-13T08:13:35Z</dcterms:created>
  <dcterms:modified xsi:type="dcterms:W3CDTF">2026-05-13T09:10:23Z</dcterms:modified>
</cp:coreProperties>
</file>